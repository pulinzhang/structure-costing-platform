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486400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spc="40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533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从靠人做表，到公司能力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结构件自动核价平台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42416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管理人员是公司的建设者。</a:t>
            </a:r>
          </a:p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核价，是数字化建设、AI 落地最好的抓手。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424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试用地址  http://117.143.214.90:8000/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66360"/>
            <a:ext cx="10424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默认账号  admin / admin123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   THE LEVER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数字化、AI 要落地，核价是最好的抓手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建设不是再上一个系统。是把公司最痛、最有规则、立刻能见效的事做成能力。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有规则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钢价政策、工艺、BOM、设变，本来就有企业口径。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适合写成引擎，而不是口头 AI。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有真账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开给奇瑞的总成价、付给二级商的采购价，每月都要对账。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建设立刻碰到钱。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立刻见效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一事一议以前要熟练人员做好几天。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上传后引擎约 20 秒。AI 问的是这本真账。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   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结构件自动核价平台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政策、BOM、工艺、变更纳入同一套规则。算出总成与采购对象价格，直接出协议；AI 解读动因。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8716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260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钢价一事一议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9456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19456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48716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BOM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9260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结构与外购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9456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19456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48716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260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工艺与模具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160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052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45312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89204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工程变更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4160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416052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445312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2" y="489204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件价与总成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160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16052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85632" y="445312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Contract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489204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采购协议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  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不是把 Excel 做得更复杂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不是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再做一张更大的表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74720"/>
            <a:ext cx="45262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公式在私人文件夹。口径靠骨干记忆。对奇瑞、对二级商，各执一份表，只能扯皮。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而是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把核价变成公司能力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74720"/>
            <a:ext cx="45720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规则、依据、结果留在平台。人可以交接。这是数字化建设真正落地的那一步。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04   TWO 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两本钱要对齐，设变不能再是糊涂账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商务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86000"/>
            <a:ext cx="31089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总成价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4612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开票给奇瑞的售价。谈价、开票、对账看这一本。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采购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286000"/>
            <a:ext cx="31089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采购对象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4612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向二级商采购的价。该付多少、协议怎么签看这一本。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2286000"/>
            <a:ext cx="31089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当期用当期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324612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Excel 里设变是糊涂账。变更进系统，开票和应付一起跟上。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05   FIRST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第一价值：降低对人的依赖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以前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熟练人员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好几天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452628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一事一议、总成、采购对象靠骨干手感。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人一走，账就停。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上传依据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约 20 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023360"/>
            <a:ext cx="457200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规则在引擎里。人请假，总成账和采购账照样能出。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能力属于公司。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06   SECOND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第二价值：溯源清楚，不必再扯皮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哪份文件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当时用的 Excel 能找回，不是私人拷贝。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谁操作的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上传、计算、变更有日志。对账问记录。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当期哪版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钢价、BOM、工艺、设变按月对齐。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开给奇瑞和付给二级商，同一引擎。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07  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四项价值，进的是公司而不是个人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64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03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少绑人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606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核价能力属于公司。熟练骨干好几天，变成约 20 秒。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1764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103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少扯皮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606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文件、操作、当期依据可对。对奇瑞、对二级商、对财务同一本账。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050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389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算得一致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892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同一套规则、同一套口径。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总成售价和采购应付不再各算各的。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4050792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4389120"/>
            <a:ext cx="4937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每月跟得上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4892040"/>
            <a:ext cx="49377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钢价、BOM、工艺、工程变更进入系统。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当月依据，当月计算。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08  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引擎把账算准，AI 把账讲明白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这才是 AI 落地：不是让模型编价格，是让管理人员直接问公司的账。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5681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5681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这个月总成开给奇瑞的价，为什么涨了？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7977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77977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向二级商采购的对象，哪些涨幅最大？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7472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0273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60273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工程变更之后，开票价和采购价各动了多少？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29768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2569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2569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这个总成和上个月差在哪里？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2064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24865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524865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把本月成本变化整理一下。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09  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从找表，到直接问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过去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17320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1109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01    人找 Excel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3405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02    找数据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5701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03    找公式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5196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997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04    做分析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7492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0293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05    得出结论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783080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1783080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84248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01    直接问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807208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2807208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3008376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02    系统取数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3831336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3831336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032504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03    核价引擎计算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4855464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0" y="4855464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056632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04    AI 解释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10   ONE 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采购、财务、管理人员，看见同一本账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20240"/>
            <a:ext cx="3017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23360"/>
            <a:ext cx="30175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文件可溯，不是私人拷贝。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920240"/>
            <a:ext cx="3017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46888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023360"/>
            <a:ext cx="30175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开给奇瑞、付给二级商，同一引擎。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920240"/>
            <a:ext cx="3017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46888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4023360"/>
            <a:ext cx="30175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当月依据，当月结果。对账不必扯皮。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40080" y="1280160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50876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16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ONE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400"/>
              </a:lnSpc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先把核价做成公司能力。</a:t>
            </a:r>
          </a:p>
          <a:p>
            <a:pPr algn="l">
              <a:lnSpc>
                <a:spcPts val="4400"/>
              </a:lnSpc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数字化建设和 AI 落地，就有了抓手。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8620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少绑人、少扯皮。开给奇瑞多少、付给二级商多少，约 20 秒能算清。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