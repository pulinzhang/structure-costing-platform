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8" d="100"/>
          <a:sy n="58" d="100"/>
        </p:scale>
        <p:origin x="774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117.143.214.90:8000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486400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spc="40">
                <a:solidFill>
                  <a:srgbClr val="FFFFFF"/>
                </a:solidFill>
                <a:latin typeface="微软雅黑"/>
                <a:ea typeface="微软雅黑"/>
              </a:rPr>
              <a:t>普炳软件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170432"/>
            <a:ext cx="1463040" cy="0"/>
          </a:xfrm>
          <a:prstGeom prst="line">
            <a:avLst/>
          </a:prstGeom>
          <a:ln w="28575">
            <a:solidFill>
              <a:srgbClr val="D04A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5331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D04A02"/>
                </a:solidFill>
                <a:latin typeface="微软雅黑"/>
                <a:ea typeface="微软雅黑"/>
              </a:rPr>
              <a:t>从靠人做表，到公司能力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dirty="0" err="1">
                <a:solidFill>
                  <a:srgbClr val="FFFFFF"/>
                </a:solidFill>
                <a:latin typeface="微软雅黑"/>
                <a:ea typeface="微软雅黑"/>
              </a:rPr>
              <a:t>结构件自动核价平台</a:t>
            </a:r>
            <a:endParaRPr sz="400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1042416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600"/>
              </a:lnSpc>
            </a:pPr>
            <a:r>
              <a:rPr sz="2200" b="0" dirty="0" err="1">
                <a:solidFill>
                  <a:srgbClr val="C8C8C8"/>
                </a:solidFill>
                <a:latin typeface="微软雅黑"/>
                <a:ea typeface="微软雅黑"/>
              </a:rPr>
              <a:t>管理人员是公司的建设者</a:t>
            </a:r>
            <a:r>
              <a:rPr sz="2200" b="0" dirty="0">
                <a:solidFill>
                  <a:srgbClr val="C8C8C8"/>
                </a:solidFill>
                <a:latin typeface="微软雅黑"/>
                <a:ea typeface="微软雅黑"/>
              </a:rPr>
              <a:t>。</a:t>
            </a:r>
          </a:p>
          <a:p>
            <a:pPr algn="l">
              <a:lnSpc>
                <a:spcPts val="3600"/>
              </a:lnSpc>
            </a:pPr>
            <a:r>
              <a:rPr sz="2200" b="0" dirty="0" err="1">
                <a:solidFill>
                  <a:srgbClr val="C8C8C8"/>
                </a:solidFill>
                <a:latin typeface="微软雅黑"/>
                <a:ea typeface="微软雅黑"/>
              </a:rPr>
              <a:t>进出两头的钱，不能再交给几个人的表</a:t>
            </a:r>
            <a:r>
              <a:rPr sz="2200" b="0" dirty="0">
                <a:solidFill>
                  <a:srgbClr val="C8C8C8"/>
                </a:solidFill>
                <a:latin typeface="微软雅黑"/>
                <a:ea typeface="微软雅黑"/>
              </a:rPr>
              <a:t>。</a:t>
            </a:r>
            <a:endParaRPr lang="en-US" sz="2200" b="0" dirty="0">
              <a:solidFill>
                <a:srgbClr val="C8C8C8"/>
              </a:solidFill>
              <a:latin typeface="微软雅黑"/>
              <a:ea typeface="微软雅黑"/>
            </a:endParaRPr>
          </a:p>
          <a:p>
            <a:pPr algn="l">
              <a:lnSpc>
                <a:spcPts val="3600"/>
              </a:lnSpc>
            </a:pPr>
            <a:endParaRPr lang="en-US" sz="2200" dirty="0">
              <a:solidFill>
                <a:srgbClr val="C8C8C8"/>
              </a:solidFill>
              <a:latin typeface="微软雅黑"/>
              <a:ea typeface="微软雅黑"/>
            </a:endParaRPr>
          </a:p>
          <a:p>
            <a:pPr>
              <a:lnSpc>
                <a:spcPts val="3600"/>
              </a:lnSpc>
            </a:pPr>
            <a:r>
              <a:rPr lang="en-US" altLang="zh-CN" dirty="0">
                <a:solidFill>
                  <a:srgbClr val="FF0000"/>
                </a:solidFill>
                <a:latin typeface="微软雅黑"/>
                <a:ea typeface="微软雅黑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http://117.143.214.90:8000/</a:t>
            </a:r>
            <a:r>
              <a:rPr lang="en-US" altLang="zh-CN" dirty="0">
                <a:solidFill>
                  <a:srgbClr val="C8C8C8"/>
                </a:solidFill>
                <a:latin typeface="微软雅黑"/>
                <a:ea typeface="微软雅黑"/>
              </a:rPr>
              <a:t>  </a:t>
            </a:r>
            <a:r>
              <a:rPr lang="zh-CN" altLang="en-US" dirty="0">
                <a:solidFill>
                  <a:srgbClr val="C8C8C8"/>
                </a:solidFill>
                <a:latin typeface="微软雅黑"/>
                <a:ea typeface="微软雅黑"/>
              </a:rPr>
              <a:t>用户名：</a:t>
            </a:r>
            <a:r>
              <a:rPr lang="en-US" altLang="zh-CN" dirty="0">
                <a:solidFill>
                  <a:srgbClr val="C8C8C8"/>
                </a:solidFill>
                <a:latin typeface="微软雅黑"/>
                <a:ea typeface="微软雅黑"/>
              </a:rPr>
              <a:t>admin </a:t>
            </a:r>
            <a:r>
              <a:rPr lang="zh-CN" altLang="en-US" dirty="0">
                <a:solidFill>
                  <a:srgbClr val="C8C8C8"/>
                </a:solidFill>
                <a:latin typeface="微软雅黑"/>
                <a:ea typeface="微软雅黑"/>
              </a:rPr>
              <a:t>密码：</a:t>
            </a:r>
            <a:r>
              <a:rPr lang="en-US" altLang="zh-CN" dirty="0">
                <a:solidFill>
                  <a:srgbClr val="C8C8C8"/>
                </a:solidFill>
                <a:latin typeface="微软雅黑"/>
                <a:ea typeface="微软雅黑"/>
              </a:rPr>
              <a:t>admin123</a:t>
            </a:r>
          </a:p>
          <a:p>
            <a:pPr algn="l">
              <a:lnSpc>
                <a:spcPts val="3600"/>
              </a:lnSpc>
            </a:pPr>
            <a:endParaRPr sz="2200" b="0" dirty="0">
              <a:solidFill>
                <a:srgbClr val="C8C8C8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C8C8C8"/>
                </a:solidFill>
                <a:latin typeface="微软雅黑"/>
                <a:ea typeface="微软雅黑"/>
              </a:rPr>
              <a:t>普炳软件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26364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>
                <a:solidFill>
                  <a:srgbClr val="C8C8C8"/>
                </a:solidFill>
                <a:latin typeface="Arial"/>
                <a:ea typeface="微软雅黑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</a:rPr>
              <a:t>01   THE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</a:rPr>
              <a:t>现在核价绑在人身上，对账只能扯皮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</a:rPr>
              <a:t>对人依赖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600"/>
              </a:lnSpc>
            </a:pPr>
            <a:r>
              <a:rPr sz="2400" b="1">
                <a:solidFill>
                  <a:srgbClr val="2D2D2D"/>
                </a:solidFill>
                <a:latin typeface="微软雅黑"/>
                <a:ea typeface="微软雅黑"/>
              </a:rPr>
              <a:t>会做表的人一走，</a:t>
            </a:r>
          </a:p>
          <a:p>
            <a:pPr algn="l">
              <a:lnSpc>
                <a:spcPts val="3600"/>
              </a:lnSpc>
            </a:pPr>
            <a:r>
              <a:rPr sz="2400" b="1">
                <a:solidFill>
                  <a:srgbClr val="2D2D2D"/>
                </a:solidFill>
                <a:latin typeface="微软雅黑"/>
                <a:ea typeface="微软雅黑"/>
              </a:rPr>
              <a:t>账就停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26280" cy="1737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一事一议、总成、采购对象在骨干电脑里。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人请假、离职，公司没有第二本账。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</a:rPr>
              <a:t>扯皮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600"/>
              </a:lnSpc>
            </a:pPr>
            <a:r>
              <a:rPr sz="2400" b="1">
                <a:solidFill>
                  <a:srgbClr val="2D2D2D"/>
                </a:solidFill>
                <a:latin typeface="微软雅黑"/>
                <a:ea typeface="微软雅黑"/>
              </a:rPr>
              <a:t>各执一份 Excel，</a:t>
            </a:r>
          </a:p>
          <a:p>
            <a:pPr algn="l">
              <a:lnSpc>
                <a:spcPts val="3600"/>
              </a:lnSpc>
            </a:pPr>
            <a:r>
              <a:rPr sz="2400" b="1">
                <a:solidFill>
                  <a:srgbClr val="2D2D2D"/>
                </a:solidFill>
                <a:latin typeface="微软雅黑"/>
                <a:ea typeface="微软雅黑"/>
              </a:rPr>
              <a:t>说不清哪一版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840480"/>
            <a:ext cx="4572000" cy="1737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对奇瑞、对二级商、对内部财务，各拿各的表。用过哪份文件、谁改的、当期哪版，对不上就只能吵。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</a:rPr>
              <a:t>普炳软件  ·  核价平台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</a:rPr>
              <a:t>02   THE MONEY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</a:rPr>
              <a:t>漏的是两本钱，吵的是设变这本糊涂账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</a:rPr>
              <a:t>商务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8600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总成价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200400"/>
            <a:ext cx="31089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开票给奇瑞的售价。谈价、开票、对账看这一本。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算不准就是少收或超承诺。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9087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</a:rPr>
              <a:t>采购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28600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采购对象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200400"/>
            <a:ext cx="31089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向二级商采购的价。该付多少、协议怎么签看这一本。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算不准就是多付或付旧件。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8563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</a:rPr>
              <a:t>工程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228600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设变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3200400"/>
            <a:ext cx="31089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Excel 里改一层漏一层。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商务可能还按旧总成开票，采购可能还按旧对象付款。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</a:rPr>
              <a:t>普炳软件  ·  核价平台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</a:rPr>
              <a:t>03   THE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</a:rPr>
              <a:t>不做成公司能力，就是把公司的钱交给个人记忆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8A8A8A"/>
                </a:solidFill>
                <a:latin typeface="微软雅黑"/>
                <a:ea typeface="微软雅黑"/>
              </a:rPr>
              <a:t>继续 Excel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4663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400"/>
              </a:lnSpc>
            </a:pPr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进出两头的账</a:t>
            </a:r>
          </a:p>
          <a:p>
            <a:pPr algn="l">
              <a:lnSpc>
                <a:spcPts val="3400"/>
              </a:lnSpc>
            </a:pPr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在私人文件夹里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794760"/>
            <a:ext cx="4526280" cy="1737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人走、表散、设变对不上。开给奇瑞的价和付给二级商的价，对账时只能各执一词。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管理人员说不过去。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</a:rPr>
              <a:t>做成能力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86000"/>
            <a:ext cx="4663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400"/>
              </a:lnSpc>
            </a:pPr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规则、依据、结果</a:t>
            </a:r>
          </a:p>
          <a:p>
            <a:pPr algn="l">
              <a:lnSpc>
                <a:spcPts val="3400"/>
              </a:lnSpc>
            </a:pPr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留在公司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794760"/>
            <a:ext cx="4572000" cy="1737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不是再做一张更大的表。是人可以交接，依据可以拿出，两本钱可以对上。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这才是建设。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</a:rPr>
              <a:t>普炳软件  ·  核价平台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</a:rPr>
              <a:t>04   FIRST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</a:rPr>
              <a:t>第一价值：核价不再绑在几个人身上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8A8A8A"/>
                </a:solidFill>
                <a:latin typeface="微软雅黑"/>
                <a:ea typeface="微软雅黑"/>
              </a:rPr>
              <a:t>以前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</a:rPr>
              <a:t>熟练人员</a:t>
            </a:r>
          </a:p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</a:rPr>
              <a:t>好几天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23360"/>
            <a:ext cx="452628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一事一议靠骨干手感。人一走，这件事就停。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能力属于个人。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</a:rPr>
              <a:t>现在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</a:rPr>
              <a:t>上传依据</a:t>
            </a:r>
          </a:p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</a:rPr>
              <a:t>约 20 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023360"/>
            <a:ext cx="457200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规则在引擎里。人请假，总成账和采购账照样能出。能力属于公司。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</a:rPr>
              <a:t>普炳软件  ·  核价平台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</a:rPr>
              <a:t>05   SECOND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</a:rPr>
              <a:t>第二价值：依据能拿出，就不必再扯皮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1828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哪份文件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68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</a:rPr>
              <a:t>当时用的 Excel 能找回，不是私人拷贝。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93408" y="1828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谁操作的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2468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</a:rPr>
              <a:t>上传、计算、变更有日志。对账问记录。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" y="4114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当期哪版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754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</a:rPr>
              <a:t>钢价、BOM、工艺、设变按月对齐。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93408" y="4114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同一套规则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4754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</a:rPr>
              <a:t>开给奇瑞和付给二级商，同一引擎。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</a:rPr>
              <a:t>普炳软件  ·  核价平台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</a:rPr>
              <a:t>06   THE LEVER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</a:rPr>
              <a:t>所以数字化、AI 落地，核价是最好的抓手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</a:rPr>
              <a:t>建设不是再上一个聊天工具。是把最痛、最有规则、立刻碰到钱的事做成公司能力。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36118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331720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有规则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71800"/>
            <a:ext cx="310896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钢价政策、工艺、BOM、设变，本来就有企业口径。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适合写成引擎，而不是口头 AI。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057400"/>
            <a:ext cx="36118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205740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90872" y="2331720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有真账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971800"/>
            <a:ext cx="310896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开给奇瑞的总成价、付给二级商的采购价，每月都要对。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建设立刻碰到钱。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057400"/>
            <a:ext cx="36118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205740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85632" y="2331720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</a:rPr>
              <a:t>能见效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971800"/>
            <a:ext cx="310896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账能复算、人能交接、依据能拿出。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AI 问的是这本真账，不是编一个价。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</a:rPr>
              <a:t>普炳软件  ·  核价平台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</a:rPr>
              <a:t>07   THE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</a:rPr>
              <a:t>平台管这些依据，算出那两本账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</a:rPr>
              <a:t>细则见面看。这一页只回答：它究竟管什么。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36118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331720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</a:rPr>
              <a:t>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889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</a:rPr>
              <a:t>钢价一事一议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011680"/>
            <a:ext cx="36118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20116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90872" y="2331720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</a:rPr>
              <a:t>BOM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7889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</a:rPr>
              <a:t>结构与外购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011680"/>
            <a:ext cx="36118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20116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85632" y="2331720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</a:rPr>
              <a:t>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7889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</a:rPr>
              <a:t>工艺与模具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69080"/>
            <a:ext cx="36118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40690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6112" y="4389120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</a:rPr>
              <a:t>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8463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</a:rPr>
              <a:t>工程变更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4069080"/>
            <a:ext cx="36118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34840" y="40690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90872" y="4389120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</a:rPr>
              <a:t>Costing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2" y="48463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</a:rPr>
              <a:t>件价与总成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069080"/>
            <a:ext cx="36118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29600" y="40690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85632" y="4389120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</a:rPr>
              <a:t>Contract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5632" y="48463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</a:rPr>
              <a:t>采购协议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</a:rPr>
              <a:t>普炳软件  ·  核价平台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463040" cy="0"/>
          </a:xfrm>
          <a:prstGeom prst="line">
            <a:avLst/>
          </a:prstGeom>
          <a:ln w="28575">
            <a:solidFill>
              <a:srgbClr val="D04A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3716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160">
                <a:solidFill>
                  <a:srgbClr val="D04A02"/>
                </a:solidFill>
                <a:latin typeface="Arial"/>
                <a:ea typeface="微软雅黑"/>
              </a:rPr>
              <a:t>COME 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请来看三件事。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>
                <a:solidFill>
                  <a:srgbClr val="D04A02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100584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0">
                <a:solidFill>
                  <a:srgbClr val="FFFFFF"/>
                </a:solidFill>
                <a:latin typeface="微软雅黑"/>
                <a:ea typeface="微软雅黑"/>
              </a:rPr>
              <a:t>人走了，账还在不在。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9039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>
                <a:solidFill>
                  <a:srgbClr val="D04A02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49039"/>
            <a:ext cx="100584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0">
                <a:solidFill>
                  <a:srgbClr val="FFFFFF"/>
                </a:solidFill>
                <a:latin typeface="微软雅黑"/>
                <a:ea typeface="微软雅黑"/>
              </a:rPr>
              <a:t>依据能不能当场拿出。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>
                <a:solidFill>
                  <a:srgbClr val="D04A02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389120"/>
            <a:ext cx="100584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0">
                <a:solidFill>
                  <a:srgbClr val="FFFFFF"/>
                </a:solidFill>
                <a:latin typeface="微软雅黑"/>
                <a:ea typeface="微软雅黑"/>
              </a:rPr>
              <a:t>约 20 秒，两本账能不能出清。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C8C8C8"/>
                </a:solidFill>
                <a:latin typeface="微软雅黑"/>
                <a:ea typeface="微软雅黑"/>
              </a:rPr>
              <a:t>先把核价做成公司能力。数字化建设和 AI 落地，就有了抓手。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C8C8C8"/>
                </a:solidFill>
                <a:latin typeface="微软雅黑"/>
                <a:ea typeface="微软雅黑"/>
              </a:rPr>
              <a:t>普炳软件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26364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>
                <a:solidFill>
                  <a:srgbClr val="C8C8C8"/>
                </a:solidFill>
                <a:latin typeface="Arial"/>
                <a:ea typeface="微软雅黑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366</Words>
  <Application>Microsoft Office PowerPoint</Application>
  <PresentationFormat>宽屏</PresentationFormat>
  <Paragraphs>119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普林 张</cp:lastModifiedBy>
  <cp:revision>2</cp:revision>
  <dcterms:created xsi:type="dcterms:W3CDTF">2013-01-27T09:14:16Z</dcterms:created>
  <dcterms:modified xsi:type="dcterms:W3CDTF">2026-10-10T04:24:43Z</dcterms:modified>
  <cp:category/>
</cp:coreProperties>
</file>